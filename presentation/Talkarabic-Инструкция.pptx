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3108960" cy="310896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926080" cy="29260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ПО СОЗДАНИЮ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Голосовой чеклист клиента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 для менеджеров школы арабского языка: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пустой папки до боевого сервера на DigitalOcean + Coolify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· распознавание речи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361188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M3 · анализ ответов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61188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+ Coolify · хостинг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и какую проблему решает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60934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общается с клиентами в Telegram, WhatsApp и по телефону. После каждого разговора нужно заполнить карточку клиента в CRM — печатать долго, лень, детали забываются.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43814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разговора менеджер наговаривает голосом ответы на 10 вопросов о клиенте. AI транскрибирует речь, раскладывает по категориям и отдаёт готовый чеклист для CRM.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143000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143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мин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29400" y="11430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одного клиента вместо 20 минут печатания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377440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фиксированных вопросов — данные сопоставимы от клиента к клиенту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611880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6118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₽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AI-обработки одного чеклиста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этим пользуется менеджер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5819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226771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Открывает сайт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" y="26517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разговора с клиентом. Никакой регистрации — открыл ссылку и работаешь.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59152" y="2377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24328" y="132588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5819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26771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Говорит ответы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52344" y="26517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вопросов в 3 раунда. Жмёт кнопку записи, говорит своими словами, жмёт стоп.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2377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91456" y="132588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15819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77256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64608" y="226771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Проверяет текст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9472" y="26517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показывает черновик транскрипции. Имена и термины можно поправить руками.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93408" y="2377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58584" y="132588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1581912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7644384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31736" y="226771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Скачивает файл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86600" y="26517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чеклист .md по 6 категориям со статусами. Кидает в CRM или чат команды.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конспект ПОСЛЕ разговора. Менеджер не записывает клиента и не читает вопросы вслух — он пересказывает итоги своими словами.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Шаблон: 10 вопросов в 3 раунда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Раунд 1 · Знакомство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вопроса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21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где находится (страна, часовой пояс)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узнал о школе — источник лида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учит арабский — мотивация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диалект: MSA, египетский, левантийский…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716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Раунд 2 · Опыт и формат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вопроса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240280"/>
            <a:ext cx="221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уровень владения арабским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онлайн-курсов: что нравилось, что нет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Zoom или асинхронный формат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3716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Раунд 3 · Условия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вопроса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240280"/>
            <a:ext cx="221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в день и в неделю готов уделять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обучение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Пожелания: пол преподавателя, удобное время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вопросы фиксированные?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продаж важна повторяемость данных. AI не выдумывает вопросы — он только анализирует ответы и собирает итоговый чеклист.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Архитектура: четыре звена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" y="1892808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+ микрофон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402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52344" y="1892808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и запись звука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37760" y="141732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транскрибирует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78040" y="141732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5875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32904" y="1892808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чеклист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(webm)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ответов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7220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вызова за сессию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работает локально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36850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 на нашем сервере. Аудио не уходит третьим лицам — важно для данных клиентов.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— только анализ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47872" y="36850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M3 вызывается 3 раза за сессию: 2 резюме раундов + 1 финальный чеклист. Отсюда цена ≈1 ₽.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Один docker-compose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73952" y="36850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и backend упакованы в контейнеры. Один файл описывает всю систему — Coolify читает его напрямую.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503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TypeScript, Tailwind 4 — страницы, запись звука, прогресс раундов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1764792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FastAPI, LangGraph — API, логика раундов, сборка чеклиста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8503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40864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Распознавание речи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340864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(модель small/medium) локально + ffmpeg для конвертации звука из браузера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916936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Языковая модель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2916936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M3 через OpenRouter — резюме раундов и финальный чеклист в JSON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8503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93008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Упаковка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34640" y="3493008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два образа (frontend, backend) + docker-compose как общее описание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Хостинг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34640" y="4069080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droplet + Coolify (панель, SSL, авто-деплой) · frontend на Vercel CDN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1. Собираем backend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Python-сервер, который принимает звук, превращает его в текст и собирает чеклист.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— шесть точек входа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сессии, транскрипция, сабмит раунда, результаты, скачивание .md, health-проверка.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+ ffmpeg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1768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пишет звук в формате webm. ffmpeg конвертирует его в wav 16 кГц — только такой формат Whisper умеет читать.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083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— логика раундов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337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раунда: резюме ответов → если раунды остались, отдать следующие вопросы; если нет — собрать финальный чеклист.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30083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Вопросы — в коде, не в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3337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вопросов лежат в файле questions_template.py. Поменять формулировку = поправить одну строку.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OPENROUTER_API_KEY живёт только в .env-файле, который никогда не попадает в git.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2. Собираем frontend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страницы на Next.js: главная, сессия с записью голоса, итоговый чеклист.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Сердце интерфейса — кнопка записи с пятью состояниями: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568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ожидание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77977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голубая кнопка с микрофоном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810512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95681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249424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запись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04288" y="277977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красная кнопка, пульс, таймер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1810512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956816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обработка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41648" y="277977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спиннер «Транскрибируем…»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810512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956816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724144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проверка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79008" y="277977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можно править руками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06640" y="1810512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19568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5054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готово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16368" y="277977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галочка, ответ принят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547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Черновик можно править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38404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иногда ошибается в именах и арабских терминах. Менеджер видит текст до отправки и правит руками — дешевле, чем разбирать кривой чеклист потом.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429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547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Mock-режим для разработки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01768" y="38404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NEXT_PUBLIC_USE_MOCK=true включает предзаписанные ответы — интерфейс можно смотреть и улучшать без бэкенда и микрофона.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3. Проверяем локально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платить за сервер — убеждаемся, что всё работает на своём компьютере.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Smoke-тест языковой модели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скрипт шлёт один запрос в OpenRouter и проверяет, что MiniMax M3 отвечает корректным JSON. Стоимость теста — доли копейки.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Интерфейс в mock-режиме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999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Запускаем frontend с предзаписанными данными. Кликаем весь путь: главная → 3 раунда → чеклист. Правим дизайн, пока не понравится.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776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Полный прогон с микрофоном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Поднимаем backend (нужны Python, ffmpeg и ~3 ГБ под Whisper), выключаем mock — и проходим сессию реальным голосом.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4. Docker и GitHub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Упаковываем обе части в контейнеры и заливаем код в репозиторий — основа для деплоя.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Два Dockerfile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249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+ ffmpeg + Whisper; модель скачивается при сборке — быстрый старт</a:t>
            </a:r>
            <a:endParaRPr lang="en-US" sz="10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standalone-сборка Next.js, образ ~150 МБ вместо гигабайта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011680"/>
            <a:ext cx="2249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файл описывает оба контейнера, переменные окружения и порты</a:t>
            </a:r>
            <a:endParaRPr lang="en-US" sz="10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читает его напрямую — отдельная настройка не нужна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2011680"/>
            <a:ext cx="2249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 приватный или публичный репозиторий — удобно через GitHub Desktop</a:t>
            </a:r>
            <a:endParaRPr lang="en-US" sz="10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.gitignore: ключи (.env), node_modules, кеш моделей — секреты в git не попадают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Docker?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одинаково работает на ноутбуке, на бесплатном хостинге и на боевом сервере. Переезд = тот же образ на новом месте.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5. Арендуем сервер DigitalOcean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Аккаунт DigitalOcean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cloud.digitalocean.com — почта + карта или PayPal. Подойдёт уже существующий аккаунт, новый не нужен.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3533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SSH-ключ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1664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своём компьютере: ssh-keygen -t ed25519. Публичная часть (.pub) вставляется в панель DO — вход без пароля.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935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droplet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2644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· Basic 4 ГБ RAM / 2 vCPU. Регион Frankfurt — центр между Россией и Египтом. Через минуту получаем IP.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7889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29535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935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Домен и DNS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77840" y="32644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A-запись api.домен → IP droplet. Frontend остаётся на Vercel CDN — он уже задеплоен и бесплатен.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7255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$24/мес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стабильные ядра для Whisper, resize в пару кликов, сервер никогда не «засыпает».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6. Ставим Coolify и деплоим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— бесплатная панель управления, которая превращает голый сервер в «свой Vercel».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7335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Установка одной командой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801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SSH запускаем установочный скрипт с coolify.io. Через 5 минут панель доступна на http://IP:8000.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6904" y="167335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946904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527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Подключаем GitHub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801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ставит своё приложение на репозиторий. Новый проект → Docker Compose → выбираем репо и ветку main.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75234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606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Переменные окружения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2880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OPENROUTER_API_KEY (секрет), домены фронта и бэка, язык Whisper. Всё через веб-форму.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800600" y="249631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275234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946904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606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Домены и SSL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880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Прописываем app.домен и api.домен. Сертификаты Let's Encrypt выпускаются и продлеваются сами.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57200" y="3575304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" y="383133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9593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Deploy: Coolify собирает оба образа и запускает. Первая сборка ~15 минут, дальше быстрее.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800600" y="3575304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6904" y="383133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946904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Авто-деплой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39593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Включаем Deploy on Push: каждый git push в main автоматически обновляет прод.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Проверяем и считаем деньги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Чек-лист после деплоя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6420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api.домен/health отвечает: whisper загружен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3969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api.домен/docs — открывается документация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на Vercel открывается, стили школы на месте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906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голоса → транскрипция приходит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сессия: 3 раунда → чеклист → скачали .md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274320" cy="2743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4164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Сертификат: замочек в браузере, https без ошибок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188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Стоимость в месяц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1664208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664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 DigitalOcean 4 ГБ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16642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 ≈ 2200 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231136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.ru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22311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17 ₽/мес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2798064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7980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+ Vercel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0" y="27980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₽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364992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3649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AI-обработка (30 клиентов)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33649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30 ₽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041648"/>
            <a:ext cx="3794760" cy="713232"/>
          </a:xfrm>
          <a:prstGeom prst="roundRect">
            <a:avLst>
              <a:gd name="adj" fmla="val 12821"/>
            </a:avLst>
          </a:prstGeom>
          <a:solidFill>
            <a:srgbClr val="172554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40416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Итого: ≈2250 ₽/мес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 инструмент для всего отдела продаж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арабского · Голосовой чеклист клиента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3108960" cy="310896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926080" cy="29260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Готово. Что можно улучшить дальше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840480" cy="1115568"/>
          </a:xfrm>
          <a:prstGeom prst="roundRect">
            <a:avLst>
              <a:gd name="adj" fmla="val 6557"/>
            </a:avLst>
          </a:prstGeom>
          <a:solidFill>
            <a:srgbClr val="263A7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Whisper-medium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распознаёт имена и арабские термины. Цена — чуть больше диска и пара секунд к ответу.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840480" cy="1115568"/>
          </a:xfrm>
          <a:prstGeom prst="roundRect">
            <a:avLst>
              <a:gd name="adj" fmla="val 6557"/>
            </a:avLst>
          </a:prstGeom>
          <a:solidFill>
            <a:srgbClr val="263A7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для сессий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56048" y="19293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незаконченные сессии живут в памяти и теряются при перезапуске. Redis ставится в Coolify в один клик.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3840480" cy="1115568"/>
          </a:xfrm>
          <a:prstGeom prst="roundRect">
            <a:avLst>
              <a:gd name="adj" fmla="val 6557"/>
            </a:avLst>
          </a:prstGeom>
          <a:solidFill>
            <a:srgbClr val="263A7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 по паролю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32278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доступ по секретной ссылке. Authelia добавит логин и двухфакторку для менеджеров.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807208"/>
            <a:ext cx="3840480" cy="1115568"/>
          </a:xfrm>
          <a:prstGeom prst="roundRect">
            <a:avLst>
              <a:gd name="adj" fmla="val 6557"/>
            </a:avLst>
          </a:prstGeom>
          <a:solidFill>
            <a:srgbClr val="263A7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Архив чеклистов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32278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готовые .md в хранилище — история работы с каждым клиентом в одном месте.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 говорит —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пишет</a:t>
            </a:r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школа растёт.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2026-06-10T14:02:08Z</dcterms:created>
  <dcterms:modified xsi:type="dcterms:W3CDTF">2026-06-10T14:02:08Z</dcterms:modified>
</cp:coreProperties>
</file>